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Growth (Millions)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2.8</c:v>
                </c:pt>
                <c:pt idx="2">
                  <c:v>3.2</c:v>
                </c:pt>
                <c:pt idx="3">
                  <c:v>3.7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Achieved 15% revenue growth in Q1</a:t>
            </a:r>
          </a:p>
          <a:p>
            <a:r>
              <a:t>• Expanded to 3 new regional markets</a:t>
            </a:r>
          </a:p>
          <a:p>
            <a:r>
              <a:t>• Launched 5 new product lines</a:t>
            </a:r>
          </a:p>
          <a:p>
            <a:r>
              <a:t>• Improved customer satisfaction scores by 22%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Revenue: $2.4M (+15% YoY)</a:t>
            </a:r>
          </a:p>
          <a:p>
            <a:r>
              <a:t>• Customer Acquisition: +1,200 new clients</a:t>
            </a:r>
          </a:p>
          <a:p>
            <a:r>
              <a:t>• Market Share: Increased to 18%</a:t>
            </a:r>
          </a:p>
          <a:p>
            <a:r>
              <a:t>• Employee Retention: 94%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18288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Digital Transformation Initiative</a:t>
            </a:r>
          </a:p>
          <a:p>
            <a:r>
              <a:t>• Sustainability Program Launch</a:t>
            </a:r>
          </a:p>
          <a:p>
            <a:r>
              <a:t>• Talent Development Framework</a:t>
            </a:r>
          </a:p>
          <a:p>
            <a:r>
              <a:t>• Customer Experience Enhancement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Sales Team: Exceeded targets by 12%</a:t>
            </a:r>
          </a:p>
          <a:p>
            <a:r>
              <a:t>• Marketing Team: Generated 500+ leads</a:t>
            </a:r>
          </a:p>
          <a:p>
            <a:r>
              <a:t>• Operations Team: Reduced costs by 8%</a:t>
            </a:r>
          </a:p>
          <a:p>
            <a:r>
              <a:t>• R&amp;D Team: Filed 8 new patents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2026 Business Review</dc:title>
  <dc:subject>Business Review</dc:subject>
  <dc:creator>Goose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