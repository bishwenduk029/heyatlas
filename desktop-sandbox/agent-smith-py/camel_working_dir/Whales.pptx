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Ocean Giants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Blue whales are the largest animals ever known to exist, reaching up to 100 feet in length</a:t>
            </a:r>
          </a:p>
          <a:p>
            <a:pPr/>
            <a:r>
              <a:t>Whales are mammals that breathe air, give birth to live young, and nurse their babies</a:t>
            </a:r>
          </a:p>
          <a:p>
            <a:pPr/>
            <a:r>
              <a:t>There are over 80 different species of whales, divided into two groups: baleen and toothed whales</a:t>
            </a:r>
          </a:p>
          <a:p>
            <a:pPr/>
            <a:r>
              <a:t>Some whale species can communicate over distances of hundreds of miles using low-frequency sounds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