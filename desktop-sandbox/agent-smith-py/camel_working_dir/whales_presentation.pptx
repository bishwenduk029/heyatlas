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Whales: Ocean Giants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Biology, Species Diversity, Habitat &amp; Conservation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Facts About Whales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Biology: Fully aquatic marine mammals in the infraorder Cetacea</a:t>
            </a:r>
          </a:p>
          <a:p>
            <a:pPr/>
            <a:r>
              <a:t>Two main groups: Baleen Whales (16 species) and Toothed Whales (73 species)</a:t>
            </a:r>
          </a:p>
          <a:p>
            <a:pPr/>
            <a:r>
              <a:t>Size range: 1.4 m (vaquita) to 30 m (blue whale)</a:t>
            </a:r>
          </a:p>
          <a:p>
            <a:pPr/>
            <a:r>
              <a:t>Blue whale is the largest animal known to have ever existed (up to 200 tons)</a:t>
            </a:r>
          </a:p>
          <a:p>
            <a:pPr/>
            <a:r>
              <a:t>Species Diversity: Approximately 89 whale species worldwide</a:t>
            </a:r>
          </a:p>
          <a:p>
            <a:pPr/>
            <a:r>
              <a:t>Notable species: Blue whale, Sperm whale, Humpback whale, Orca, Vaquita</a:t>
            </a:r>
          </a:p>
          <a:p>
            <a:pPr/>
            <a:r>
              <a:t>Evolved from land mammals ~50 million years ago</a:t>
            </a:r>
          </a:p>
          <a:p>
            <a:pPr/>
            <a:r>
              <a:t>Habitat: Distributed across all global oceans from Arctic to Antarctic</a:t>
            </a:r>
          </a:p>
          <a:p>
            <a:pPr/>
            <a:r>
              <a:t>Migrate seasonally for feeding and breeding</a:t>
            </a:r>
          </a:p>
          <a:p>
            <a:pPr/>
            <a:r>
              <a:t>Social structure varies from solitary to cooperative groups</a:t>
            </a:r>
          </a:p>
          <a:p>
            <a:pPr/>
            <a:r>
              <a:t>Conservation Status: Historical threats from unregulated whaling</a:t>
            </a:r>
          </a:p>
          <a:p>
            <a:pPr/>
            <a:r>
              <a:t>Current threats: fishing entanglements, pollution, habitat loss, climate change</a:t>
            </a:r>
          </a:p>
          <a:p>
            <a:pPr/>
            <a:r>
              <a:t>Protected by International Whaling Commission (IWC) since 1946</a:t>
            </a:r>
          </a:p>
          <a:p>
            <a:pPr/>
            <a:r>
              <a:t>Several species remain endangered or vulnerable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